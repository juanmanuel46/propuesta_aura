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114" y="-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4423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09E84">
              <a:alpha val="30000"/>
            </a:srgbClr>
          </a:solidFill>
          <a:ln w="12700">
            <a:solidFill>
              <a:srgbClr val="009E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GESTIÓN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&amp; Desarrollo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Aplicación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transición · Metodología · Equipo · Próximos pasos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794760"/>
            <a:ext cx="3200400" cy="3200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2025  ·  2ª Reunión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hoy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31920" cy="1417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6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109728" cy="1417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16916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inicial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0299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migración transitoria desde la agencia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3931920" cy="1417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6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43000"/>
            <a:ext cx="109728" cy="1417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7488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47488" y="16916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47488" y="20299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Estimaciones por etapa y disponibilidad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3931920" cy="1417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6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34640"/>
            <a:ext cx="109728" cy="1417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8368" y="3383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" y="37216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cotización por horas y mantenimiento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2834640"/>
            <a:ext cx="3931920" cy="14173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6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834640"/>
            <a:ext cx="109728" cy="1417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47488" y="3383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del equipo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47488" y="37216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clara de responsabilidades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Planificación inicial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transitoria — cómo lo haremos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06040" cy="33832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Traspaso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información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423160"/>
            <a:ext cx="210312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42032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agencia entrega código fuente, credenciales y documentación técnica.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80944" y="2468880"/>
            <a:ext cx="219456" cy="73152"/>
          </a:xfrm>
          <a:prstGeom prst="rect">
            <a:avLst/>
          </a:prstGeom>
          <a:solidFill>
            <a:srgbClr val="8FA8B8"/>
          </a:solidFill>
          <a:ln w="12700">
            <a:solidFill>
              <a:srgbClr val="8FA8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234440"/>
            <a:ext cx="2606040" cy="3383280"/>
          </a:xfrm>
          <a:prstGeom prst="rect">
            <a:avLst/>
          </a:prstGeom>
          <a:solidFill>
            <a:srgbClr val="009E84"/>
          </a:solidFill>
          <a:ln w="12700">
            <a:solidFill>
              <a:srgbClr val="009E84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1737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7560" y="2423160"/>
            <a:ext cx="210312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542032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sigue en servidores de la agencia mientras yo levanto el entorno propio.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15584" y="2468880"/>
            <a:ext cx="219456" cy="73152"/>
          </a:xfrm>
          <a:prstGeom prst="rect">
            <a:avLst/>
          </a:prstGeom>
          <a:solidFill>
            <a:srgbClr val="8FA8B8"/>
          </a:solidFill>
          <a:ln w="12700">
            <a:solidFill>
              <a:srgbClr val="8FA8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234440"/>
            <a:ext cx="2606040" cy="3383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7220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1737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2200" y="2423160"/>
            <a:ext cx="210312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2542032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estable, la agencia cede el control al 100% y yo asumo responsabilidad plena.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Objetivo: lograr independencia total en ≈ 1 mes con cero interrupciones para los usuarios finales.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Planificación inicial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y metodología post-migración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34747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371600"/>
            <a:ext cx="640080" cy="6400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1435608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en la nube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188720" y="2606040"/>
            <a:ext cx="100584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74320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será alojada en Donweb u hosting cloud equivalente. Escalable, con backups automáticos y acceso administrado.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188720"/>
            <a:ext cx="2651760" cy="34747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51960" y="1371600"/>
            <a:ext cx="640080" cy="640080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435608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bugs y tickets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4069080" y="2606040"/>
            <a:ext cx="1005840" cy="457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429000" y="274320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incorpora una herramienta gratuita de reportes (ej. Linear, Trello o GitHub Issues) para que el tester QA registre y priorice incidencias.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1188720"/>
            <a:ext cx="2651760" cy="34747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32320" y="1371600"/>
            <a:ext cx="640080" cy="640080"/>
          </a:xfrm>
          <a:prstGeom prst="ellipse">
            <a:avLst/>
          </a:prstGeom>
          <a:solidFill>
            <a:srgbClr val="009E84"/>
          </a:solidFill>
          <a:ln w="12700">
            <a:solidFill>
              <a:srgbClr val="009E84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328" y="1435608"/>
            <a:ext cx="512064" cy="5120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364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como proyectos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6949440" y="2606040"/>
            <a:ext cx="1005840" cy="45720"/>
          </a:xfrm>
          <a:prstGeom prst="rect">
            <a:avLst/>
          </a:prstGeom>
          <a:solidFill>
            <a:srgbClr val="009E84"/>
          </a:solidFill>
          <a:ln w="12700">
            <a:solidFill>
              <a:srgbClr val="009E84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309360" y="274320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estabilizada la app, los nuevos desarrollos se planifican como proyectos independientes, cotizados por horas.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Tiempos estimados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Disponibilidad: ~10 hs semanales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212848"/>
            <a:ext cx="7680960" cy="54864"/>
          </a:xfrm>
          <a:prstGeom prst="rect">
            <a:avLst/>
          </a:prstGeom>
          <a:solidFill>
            <a:srgbClr val="D0DDE6"/>
          </a:solidFill>
          <a:ln w="12700">
            <a:solidFill>
              <a:srgbClr val="D0DD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" y="1188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1–2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7160" y="2606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técnico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" y="30632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de código fuente y documentación.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stack y dependencias.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2011680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1188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2–3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48840" y="2606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 entorno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48840" y="30632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del servidor cloud.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versión funcional en paralelo.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011680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1188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3–4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60520" y="2606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ajustes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60520" y="30632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valida funcionalidades clave.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de diferencias con producción.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2011680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1188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4+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72200" y="2606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independiente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30632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Apagado del entorno de la agencia.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total transferida.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681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Post-migración: nuevas mejoras se planifican como proyectos separados, cotizados por horas de desarrollo asignadas.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Costos — Modelo de cotización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Transparente · flexible · orientado a resultados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3520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a cotizar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013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y puesta en marcha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331720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042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mensual (correctivo)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834640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8072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desarrollo por proyecto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337560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3101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/ infraestructura cloud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3840480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8130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y atención de incidencias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1143000"/>
            <a:ext cx="4114800" cy="35204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1801368"/>
            <a:ext cx="91440" cy="6400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8013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horas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tarea o proyecto lleva estimación de horas antes de ejecutarse.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807208"/>
            <a:ext cx="91440" cy="6400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807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previo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presenta cotización detallada antes de iniciar cualquier desarrollo nuevo.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813048"/>
            <a:ext cx="91440" cy="6400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8130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aparte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4114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y bugs post-entrega se cobran separado por hora trabajada.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presupuesto detallado se presentará en la siguiente reunión, una vez aprobada la planificación.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Roles del equipo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personas — responsabilidades claras y colaboración ordenada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155448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6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402336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252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Dueña / Stakeholder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5270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estratégicas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21208" y="1856232"/>
            <a:ext cx="91440" cy="914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28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Aprueba prioridades y presupuesto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" y="2130552"/>
            <a:ext cx="91440" cy="914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103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visión del producto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" y="2404872"/>
            <a:ext cx="91440" cy="914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77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entregables finales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1188720"/>
            <a:ext cx="4023360" cy="155448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6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188720"/>
            <a:ext cx="4023360" cy="292608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2252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/ Marketing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5270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&amp; comunicación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56048" y="1856232"/>
            <a:ext cx="91440" cy="91440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828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tickets y prioridades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56048" y="2130552"/>
            <a:ext cx="91440" cy="91440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103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entre negocio y desarrollo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56048" y="2404872"/>
            <a:ext cx="91440" cy="91440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2377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del roadmap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017520"/>
            <a:ext cx="4023360" cy="155448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6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017520"/>
            <a:ext cx="4023360" cy="292608"/>
          </a:xfrm>
          <a:prstGeom prst="rect">
            <a:avLst/>
          </a:prstGeom>
          <a:solidFill>
            <a:srgbClr val="009E84"/>
          </a:solidFill>
          <a:ln w="12700">
            <a:solidFill>
              <a:srgbClr val="009E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0540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QA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3558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validación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21208" y="3685032"/>
            <a:ext cx="91440" cy="91440"/>
          </a:xfrm>
          <a:prstGeom prst="ellipse">
            <a:avLst/>
          </a:prstGeom>
          <a:solidFill>
            <a:srgbClr val="009E84"/>
          </a:solidFill>
          <a:ln w="12700">
            <a:solidFill>
              <a:srgbClr val="009E8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6576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bugs en herramienta de tickets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1208" y="3959352"/>
            <a:ext cx="91440" cy="91440"/>
          </a:xfrm>
          <a:prstGeom prst="ellipse">
            <a:avLst/>
          </a:prstGeom>
          <a:solidFill>
            <a:srgbClr val="009E84"/>
          </a:solidFill>
          <a:ln w="12700">
            <a:solidFill>
              <a:srgbClr val="009E8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931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funcionalidades antes de deploy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1208" y="4233672"/>
            <a:ext cx="91440" cy="91440"/>
          </a:xfrm>
          <a:prstGeom prst="ellipse">
            <a:avLst/>
          </a:prstGeom>
          <a:solidFill>
            <a:srgbClr val="009E84"/>
          </a:solidFill>
          <a:ln w="12700">
            <a:solidFill>
              <a:srgbClr val="009E8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206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regresión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3017520"/>
            <a:ext cx="4023360" cy="1554480"/>
          </a:xfrm>
          <a:prstGeom prst="rect">
            <a:avLst/>
          </a:prstGeom>
          <a:solidFill>
            <a:srgbClr val="E8F4F8"/>
          </a:solidFill>
          <a:ln w="12700">
            <a:solidFill>
              <a:srgbClr val="D0DDE6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017520"/>
            <a:ext cx="4023360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0540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37760" y="33558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y arquitectura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956048" y="3685032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36576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y mantenimiento de la app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56048" y="3959352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3931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mejoras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956048" y="4233672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0" y="4206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infraestructura cloud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743200"/>
            <a:ext cx="3200400" cy="3200400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¿Aprobamos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planificación?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02920" y="2743200"/>
            <a:ext cx="32004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4436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2926080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plan de migración transitoria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6499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1248" y="3346704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 con la agencia el traspaso de código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85616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1248" y="3767328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herramienta de tickets para el equipo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206240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1248" y="4187952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presupuesto detallado en próxima reunión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548</Words>
  <Application>Microsoft Office PowerPoint</Application>
  <PresentationFormat>Presentación en pantalla (16:9)</PresentationFormat>
  <Paragraphs>117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Gestión de App</dc:title>
  <dc:subject>PptxGenJS Presentation</dc:subject>
  <dc:creator>PptxGenJS</dc:creator>
  <cp:lastModifiedBy>Juan Manuel Perez</cp:lastModifiedBy>
  <cp:revision>1</cp:revision>
  <dcterms:created xsi:type="dcterms:W3CDTF">2026-05-08T22:14:04Z</dcterms:created>
  <dcterms:modified xsi:type="dcterms:W3CDTF">2026-05-08T22:22:45Z</dcterms:modified>
</cp:coreProperties>
</file>